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chatbot for a parking facility. It answers questions from real data, collects reservations, and keeps private data private.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 row by row. Every requirement of Stage 1 has a working feature and proof on a later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the flow left to right: guardrail, agent, tools, data stores, reply. Grey boxes are the later stages.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Static data goes to the vector database, dynamic data to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location, price, availability, then the follow-up 'And Zone A?'.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rejected car number ABC, then the summary and the final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five inputs, then the output guard on the leaked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says the right documents were found. MRR says how high the best one ranks. Precision is lower only because each document has few chunks.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pytest result. Right: the green pipeline run on every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three outcomes, the roadmap and the repository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Parking Space Reservation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C9D6EA"/>
                </a:solidFill>
                <a:latin typeface="Calibri"/>
              </a:rPr>
              <a:t>Stage 1 of 4: RAG chatbot, guardrails and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Edupuganti Likhith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6EA"/>
                </a:solidFill>
                <a:latin typeface="Calibri"/>
              </a:rPr>
              <a:t>github.com/likhithe2204/parking-chatbot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What the task asked and what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10996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6309360"/>
                <a:gridCol w="1508760"/>
              </a:tblGrid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was built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Proof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RAG architecture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Retrieve 3 chunks, answer only from them with GPT (EPAM DIAL)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Slides 3 and 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Vector database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Chroma with all-MiniLM-L6-v2 embeddings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 4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Static and dynamic data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Static data in Chroma, live data in SQLite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 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Provide information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Agent chooses vector search or SQL tools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 5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Collect reservation inputs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One field at a time, each answer validated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Guardrails with NLP models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Presidio and spaCy mask private data, block injection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 7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Evaluation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Recall@K, Precision@K, MRR, accuracy and latency report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 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Extra artifacts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README, 68 pytest tests, GitHub Actions CI, this deck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 9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109960" cy="493776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1800" y="1435608"/>
            <a:ext cx="8383638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RAG with a vector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Static data (info, zones, location, booking rules) is chunked and embedded.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Chunks live in Chroma. A question retrieves the 3 closest.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Live data (hours, prices, free spaces) lives in SQL, because it changes often.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6903720" cy="484632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ing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2561927"/>
            <a:ext cx="6684264" cy="24656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Providing information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The agent picks a tool for each question.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Prices and availability always come from SQL, never from model memory.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Follow-up questions work. Off-topic questions are politely refused.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6903720" cy="484632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chat_in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7380" y="1481328"/>
            <a:ext cx="6618719" cy="46268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Collecting a reservation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Asks for name, car number, start and end, one field at a time.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Each answer is validated at once, for example a car number like TS09AB1234.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Summary and confirmation come first. The bot never says 'confirmed'; the administrator decides in Stage 2.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6903720" cy="484632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reservation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644289"/>
            <a:ext cx="6684264" cy="43009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Guardrails: data protection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Presidio with a spaCy model masks emails, phones and card numbers.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Prompt injection is blocked before it reaches the model.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The same masking runs on replies, so leaked details are blurred.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6903720" cy="484632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guardr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778569"/>
            <a:ext cx="6684264" cy="40323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965960" cy="1234440"/>
          </a:xfrm>
          <a:prstGeom prst="round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965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B6CB0"/>
                </a:solidFill>
                <a:latin typeface="Calibri"/>
              </a:rPr>
              <a:t>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4832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54B57"/>
                </a:solidFill>
                <a:latin typeface="Calibri"/>
              </a:rPr>
              <a:t>Recall@3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371600"/>
            <a:ext cx="1965960" cy="1234440"/>
          </a:xfrm>
          <a:prstGeom prst="round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1481328"/>
            <a:ext cx="1965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B6CB0"/>
                </a:solidFill>
                <a:latin typeface="Calibri"/>
              </a:rPr>
              <a:t>0.95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084832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54B57"/>
                </a:solidFill>
                <a:latin typeface="Calibri"/>
              </a:rPr>
              <a:t>MRR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88920"/>
            <a:ext cx="1965960" cy="1234440"/>
          </a:xfrm>
          <a:prstGeom prst="round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898648"/>
            <a:ext cx="1965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B6CB0"/>
                </a:solidFill>
                <a:latin typeface="Calibri"/>
              </a:rPr>
              <a:t>16 / 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02152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54B57"/>
                </a:solidFill>
                <a:latin typeface="Calibri"/>
              </a:rPr>
              <a:t>Answer checks passed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2788920"/>
            <a:ext cx="1965960" cy="1234440"/>
          </a:xfrm>
          <a:prstGeom prst="round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2898648"/>
            <a:ext cx="1965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B6CB0"/>
                </a:solidFill>
                <a:latin typeface="Calibri"/>
              </a:rPr>
              <a:t>~6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3502152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54B57"/>
                </a:solidFill>
                <a:latin typeface="Calibri"/>
              </a:rPr>
              <a:t>Full reply (mostly LLM)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976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454B57"/>
                </a:solidFill>
                <a:latin typeface="Calibri"/>
              </a:rPr>
              <a:t>•  Precision@3 is 0.44: few chunks per document.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454B57"/>
                </a:solidFill>
                <a:latin typeface="Calibri"/>
              </a:rPr>
              <a:t>•  Retrieval takes about 8 ms, SQL 0.2 ms.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371600"/>
            <a:ext cx="6903720" cy="484632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5_evalu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777437"/>
            <a:ext cx="6684263" cy="40346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Tests, CI/CD and documentation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68 pytest tests, at least 2 per core module, no API key needed.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GitHub Actions runs them on every push. README documents setup, usage and structure.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486400" cy="384048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a_tests_pas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34364"/>
            <a:ext cx="5266944" cy="290951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72200" y="2468880"/>
            <a:ext cx="5486400" cy="384048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b_ci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321496"/>
            <a:ext cx="5266944" cy="21352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Outcomes and next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454B57"/>
                </a:solidFill>
                <a:latin typeface="Calibri"/>
              </a:rPr>
              <a:t>•  Working chatbot that informs users and collects reservations.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454B57"/>
                </a:solidFill>
                <a:latin typeface="Calibri"/>
              </a:rPr>
              <a:t>•  Data protection on input and output.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454B57"/>
                </a:solidFill>
                <a:latin typeface="Calibri"/>
              </a:rPr>
              <a:t>•  Evaluation report with Recall@K, Precision@K, MRR and latency.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454B57"/>
                </a:solidFill>
                <a:latin typeface="Calibri"/>
              </a:rPr>
              <a:t>•  Next: Stage 2 administrator agent, Stage 3 MCP server, Stage 4 LangGraph orchestration.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454B57"/>
                </a:solidFill>
                <a:latin typeface="Calibri"/>
              </a:rPr>
              <a:t>•  Repository: github.com/likhithe2204/parking-chatbot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