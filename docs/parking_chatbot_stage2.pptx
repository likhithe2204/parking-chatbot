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 built the chatbot. Stage 2 adds a human administrator who approves or refuses every 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row by row. Every Stage 2 requirement has a working feature and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numbers: details, confirmation, request, pending, decision,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interactive API page lists the five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run sends the request with the note. Second run reads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human stays in control of every 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sent, pending, then approved with the administrator's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proves the confirm or refuse requirement in both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pytest result. Right: the green pipeline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outcome and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Human-in-the-Loop Reservation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9D6EA"/>
                </a:solidFill>
                <a:latin typeface="Calibri"/>
              </a:rPr>
              <a:t>Stage 2 of 4: administrator agent, REST service and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Edupuganti Likhith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6EA"/>
                </a:solidFill>
                <a:latin typeface="Calibri"/>
              </a:rPr>
              <a:t>github.com/likhithe2204/parking-chatbot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What the task asked and what was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10996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6126480"/>
                <a:gridCol w="150876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was built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Second agent with LangChain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Admin agent writes the note and sends the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Send request, get confirm or refuse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REST service plus an administrator console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Slides 4 and 6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Integrate with the first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Chatbot escalates after the customer confirms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Receive the response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Customer asks for the status, decision text comes from code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Slides 7 and 8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Reliable and 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API key, one decision per request, fallback note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Extra artifacts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README, 142 pytest tests, GitHub Actions CI, this deck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9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Architecture of the escalation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109960" cy="493776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2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341" y="1435608"/>
            <a:ext cx="8392557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Admin service: the manager's inbox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A small FastAPI service stores every reservation request.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Every call needs an API key. Requests are validated again on arrival.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A request can be decided only 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_01_admin_api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045211"/>
            <a:ext cx="6684264" cy="34990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Admin agent: the second LangChain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model only writes the note, using the live availability.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Customer details are attached by code, so the model cannot change them.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If the model fails, the request is still sent with a default note.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_03_admin_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500803"/>
            <a:ext cx="6684264" cy="2587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Administrator console: the human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administrator sees pending requests and the customer's note.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Approve or refuse, with an optional reason.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decision is saved and the customer can read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_02_admin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678425"/>
            <a:ext cx="6684264" cy="42326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End to end: approved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Every detail must come from the customer's own words. Made-up values are rejected.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After confirmation the request is sent and the customer gets an id.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bot says it is not confirmed until the administrator decides.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_04_end_to_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847" y="1481328"/>
            <a:ext cx="6001784" cy="4626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End to end: refused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A refusal is shown to the customer with the administrator's reason.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decision text comes from code, so a refusal is never worded as an approval.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If the admin service is down, the customer is told the request was not sent.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_05_refu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750917"/>
            <a:ext cx="6684264" cy="40876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Tests, CI/CD and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142 pytest tests across the project, at least 2 per core module, no API key needed.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GitHub Actions runs them on every push. The README documents setup, usage and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86400" cy="38404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_06a_tests_pas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37114"/>
            <a:ext cx="5266944" cy="35040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2468880"/>
            <a:ext cx="5486400" cy="38404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2_06b_ci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490395"/>
            <a:ext cx="5266944" cy="17974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Outcomes and next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Automated system that connects a human administrator for reservation approval.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Requests, decisions and status flow between the two agents.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Next: Stage 3 MCP server writes approved reservations to a file.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Then: Stage 4 LangGraph orchestrates all components.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Repository: github.com/likhithe2204/parking-chatbot (tag stage-2)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