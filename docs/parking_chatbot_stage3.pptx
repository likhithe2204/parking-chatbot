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2 added the administrator. Stage 3 saves every approved booking to a text file through a secured MCP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 row by row. Every Stage 3 requirement has a working feature and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ways in: the console on approval, and the customer's status check. Both go through the same secured MCP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human decision triggers the write. The model is not involved.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id, pending, approval and the saved booking in one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format the task asked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blocked requests and a 401 for a caller without the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pytest result. Right: the green pipeline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outcome and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MCP Server for Approved Reservations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9D6EA"/>
                </a:solidFill>
                <a:latin typeface="Calibri"/>
              </a:rPr>
              <a:t>Stage 3 of 4: secure recording of approved bookings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Edupuganti Likhith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6EA"/>
                </a:solidFill>
                <a:latin typeface="Calibri"/>
              </a:rPr>
              <a:t>github.com/likhithe2204/parking-chatbot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What the task asked and what was 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110996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6035040"/>
                <a:gridCol w="1508760"/>
              </a:tblGrid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was built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Proof</a:t>
                      </a:r>
                    </a:p>
                  </a:txBody>
                  <a:tcPr anchor="ctr">
                    <a:solidFill>
                      <a:srgbClr val="1F2A4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MCP server with Python and FastAPI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MCP tool mounted in a FastAPI app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Write after the administrator approves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Approving in the console saves the booking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Slides 4 and 5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Entry: Name, Car, Period, Approval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One line per booking, four columns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Secure against unauthorized access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API key on every route, strict validation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7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Reliable 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File lock, flush to disk, no duplicates, retry command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Slides 6 and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454B57"/>
                          </a:solidFill>
                          <a:latin typeface="Calibri"/>
                        </a:rPr>
                        <a:t>Extra artifacts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README, 179 pytest tests, GitHub Actions CI, this deck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454B57"/>
                          </a:solidFill>
                          <a:latin typeface="Calibri"/>
                        </a:rPr>
                        <a:t>Slide 8</a:t>
                      </a:r>
                    </a:p>
                  </a:txBody>
                  <a:tcPr anchor="ctr"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Architecture of the recording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109960" cy="493776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3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341" y="1435608"/>
            <a:ext cx="8392557" cy="47183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Approval saves the booking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administrator approves in the console.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console calls the MCP server, which saves the booking at once.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If saving fails, the decision is kept and the console says so.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Typing s retries every approved booking that was not saved.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_02_console_s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503755"/>
            <a:ext cx="6684264" cy="25820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End to end: approved and saved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customer books, the request goes to the administrator, the administrator approves.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customer's status check confirms the booking is saved.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code decides what is saved, never the language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_03_end_to_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428" y="1481328"/>
            <a:ext cx="5876622" cy="4626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The reservations 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One line per booking: Name | Car Number | Reservation Period | Approval Time.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Writes are locked, flushed to disk and appended.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same booking is never written twice.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file holds customer data, so it is kept out of Git.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_04_reservation_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487849"/>
            <a:ext cx="6684264" cy="61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Security checks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Every route except the health check needs the API key.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Wrong key, bad car number, a separator in a name and an end before the start are all blocked.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The server exposes one tool only and validates every field again.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903720" cy="484632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_01_security_che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2481054"/>
            <a:ext cx="6684264" cy="26274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Tests, CI/CD and 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179 pytest tests across the project, at least 2 per core module, no API key needed.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454B57"/>
                </a:solidFill>
                <a:latin typeface="Calibri"/>
              </a:rPr>
              <a:t>•  GitHub Actions runs them on every push. The README documents setup, usage and 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5486400" cy="38404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3_05a_tests_pass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794944"/>
            <a:ext cx="5266944" cy="31883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72200" y="2468880"/>
            <a:ext cx="5486400" cy="3840480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3_05b_ci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3465191"/>
            <a:ext cx="5266944" cy="1847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Calibri"/>
              </a:rPr>
              <a:t>Outcomes and next stage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097280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54B57"/>
                </a:solidFill>
                <a:latin typeface="Calibri"/>
              </a:rPr>
              <a:t>Parking Reservation Chatbot  |  Stage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A working MCP server integrated with the administrator and the chatbot.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Approved bookings are saved to a text file in the required format.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The server rejects unauthorized and invalid requests.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Next: Stage 4 LangGraph orchestrates the chatbot, the administrator and the server.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454B57"/>
                </a:solidFill>
                <a:latin typeface="Calibri"/>
              </a:rPr>
              <a:t>•  Repository: github.com/likhithe2204/parking-chatbot (tag stage-3)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